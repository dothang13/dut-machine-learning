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6A4E-FE67-4273-94A9-E077B8F6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2EB1E-6314-426B-B27D-9A2E7DE9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36B0-99C4-4FE5-B5F7-9A56264D0013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0E795-EDAD-42F0-8B2B-E03384F0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B18D6-31C2-42CD-BCB5-810B5A43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1612A-E40B-48B5-86EB-9D110B7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6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6EC71-518A-433A-9AFB-171A5557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39E92-DB5C-475C-A44F-3EDE29053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3CEA9-B841-428E-9139-02EB047E6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336B0-99C4-4FE5-B5F7-9A56264D0013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3B96-60D3-4AE6-A1F3-57B104222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817F-7230-4227-913C-F52A281A5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1612A-E40B-48B5-86EB-9D110B7AC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9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14CE2D0-B10C-4F20-AE77-B233A5FD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800"/>
              <a:t>Học MÁY VÀ ỨNG DỤNG</a:t>
            </a:r>
            <a:endParaRPr lang="vi-V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C29F8-0E0B-45DD-806B-D03488A0A4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09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E991E8A-EDDD-4AF9-B394-37AE7289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C8C8D7-F76B-48B4-A9AA-1B5161D172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0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B33D624-68FF-4C72-8C22-DA707816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4901C4-7664-4374-9B0D-B7512ED33C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2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0567DA1-592C-47B8-B4FC-A27F8CA9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7FFC98-D460-41E4-9799-76628A156E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6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FF1C73A-121B-470B-AF3F-B6DED1CD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3978C-2621-4F34-A00A-1900704188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8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3BF0B16-8046-4076-9C08-1FA9B05E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DE9DA-09C8-4409-AC65-3F452ABE11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0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34F4409-0BFB-4D0D-B886-B7FAF498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6FB23-0D17-47DD-8646-FA04B9EF22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0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79400A-7EC1-44BA-A606-F7A3706C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82B4F-5505-4220-8D0E-6B9C9C978A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2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2F250C3-EB26-4799-BE03-57419604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96ACFA-CCB1-4280-BFBE-4163013AE4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FC11226-6CAC-4517-9C48-4284D9D8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92A535-A2C8-4C22-AC4E-131965CB0C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3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816EBDB-9297-4221-B41C-D60FA68D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53E47-E6BB-41D2-8F7F-47F7C4C215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99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A924ACB-DB3A-4CDF-9D4E-FA1C61274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47DA5-E003-47AF-8A33-793942DD16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14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3E442E4-9366-42B6-974B-22D8CA7B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BC04A8-1C36-41FF-9990-FE36E0596A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64E1B3-DF1B-4E2B-B220-FB6E52CF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B3B25-CDB1-4F35-BE28-D233E43679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1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37B30FD-8877-49AF-AC6D-98F47443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7C3574-3AA9-4171-B172-E34F7F121A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84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715676-2504-4179-B41B-9868ECAC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62BE82-EED7-46FF-9AD6-A275989C44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7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DC6BE99-09CC-4217-97FB-B26E846A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4CEF5E-F59C-4B69-9642-E84D2D5055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47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61279CB-9CA5-4814-947A-EF77E8F9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387EB-35CD-4F85-AD60-64739AC871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41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5846A00-FCFE-4A3D-8335-C5E69609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2BFBC4-924B-4E64-9584-F5A473683A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569D4E-0AFA-4055-B647-900A6944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0BAE92-C991-4C68-B54A-611DDB6BA1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74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30D68F-533F-4C8B-AF85-34826E4F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2D8A7-7539-4F1E-AA70-DF1B948174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55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C23202-8132-46CE-B7F4-DB4D29ED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loại học máy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51D5B5-296B-40BE-B2D9-096A9D72F9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73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73AE98F-7D1D-40A1-9086-86A7D8ED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CF889B-71C5-4DC9-8961-9A6EF35A28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45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7156D0-C21E-4CD9-83C9-0D3D2617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0B8E7-7E2E-44B6-9D5B-418D837209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60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0DC0AE3-F27B-41E9-83D7-1F1BAFCE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7ADABB-DCAF-442F-9C44-DA6015BE60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96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774764-7B8F-45AD-8D4A-AD57269F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3A37D0-297F-461A-BD2E-F7EA96307E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1DD56C0-3AED-46FB-9D54-BBDC5C5B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BD2D7D-F083-4C59-B951-469AAEBA53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22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5A9BE2D-3ADE-450F-B40D-4F48BCDC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918531-0DEB-4B4A-BEFA-397996B91C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9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A3E88B-F881-4EDC-949F-300D7187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Phân loại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2CDADB-6867-40C6-AAF2-2170083BD2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62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65A4029-9368-4C3D-97C4-AA72BD08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6E4EB4-0F95-4A9E-ACB0-9467CC1EC2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56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3F3606-AAD9-4E2B-9AFE-87D419A3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A5C14-7D80-4947-AD5F-BAC76DF3FB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97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D2AF9F9-84B7-4796-8428-8AC8E684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6DB82C-7702-414C-BCA8-CEEA79DC65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05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73DE6E2-B5A9-4909-9507-10F5D210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84807-1C20-431D-BC46-70E4B97750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07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ABB1456-163B-47F7-9C4A-A45B8E6F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61B9C-9B41-41BF-85C8-8A3E8A2FCD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10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2ED6C6-A32A-4DF8-8F5F-D953BBEF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8D7F9A-88BA-4216-AA63-22EDAD89CD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22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DC402C9-417C-4668-855A-41FC86B2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1E660-07D9-44AB-9580-2984867FD0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05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E79E814-9ADE-43FF-A9E8-CB6901B8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bước cơ bản trong máy học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996CE-2D43-41A8-A236-91908CAE36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6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F620DB267B0E4DBBDC43D9886A5137" ma:contentTypeVersion="0" ma:contentTypeDescription="Create a new document." ma:contentTypeScope="" ma:versionID="5694fed425300da7bf38225704e1a83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793293-63DB-449D-AA3B-E1CF14017F98}"/>
</file>

<file path=customXml/itemProps2.xml><?xml version="1.0" encoding="utf-8"?>
<ds:datastoreItem xmlns:ds="http://schemas.openxmlformats.org/officeDocument/2006/customXml" ds:itemID="{140F9911-7901-499A-9240-00862BA8BA8D}"/>
</file>

<file path=customXml/itemProps3.xml><?xml version="1.0" encoding="utf-8"?>
<ds:datastoreItem xmlns:ds="http://schemas.openxmlformats.org/officeDocument/2006/customXml" ds:itemID="{EE828F47-D3A1-4D46-A10C-A6AAA0F16C4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On-screen Show (4:3)</PresentationFormat>
  <Paragraphs>37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Times New Roman</vt:lpstr>
      <vt:lpstr>Office Theme</vt:lpstr>
      <vt:lpstr>Học MÁY VÀ ỨNG DỤNG</vt:lpstr>
      <vt:lpstr>Tài liệu tham khảo</vt:lpstr>
      <vt:lpstr>Nội dung</vt:lpstr>
      <vt:lpstr>Tổng quan</vt:lpstr>
      <vt:lpstr>Tổng quan</vt:lpstr>
      <vt:lpstr>Tổng quan</vt:lpstr>
      <vt:lpstr>Tổng quan</vt:lpstr>
      <vt:lpstr>Tổng quan</vt:lpstr>
      <vt:lpstr>Tổng quan</vt:lpstr>
      <vt:lpstr>Tổng quan</vt:lpstr>
      <vt:lpstr>Tổng quan</vt:lpstr>
      <vt:lpstr>Tổng quan</vt:lpstr>
      <vt:lpstr>Tổng quan</vt:lpstr>
      <vt:lpstr>Tổng quan</vt:lpstr>
      <vt:lpstr>Phân loại máy học</vt:lpstr>
      <vt:lpstr>Phân loại máy học</vt:lpstr>
      <vt:lpstr>Phân loại máy học</vt:lpstr>
      <vt:lpstr>Phân loại máy học</vt:lpstr>
      <vt:lpstr>Phân loại máy học</vt:lpstr>
      <vt:lpstr>Phân loại máy học</vt:lpstr>
      <vt:lpstr>Phân loại máy học</vt:lpstr>
      <vt:lpstr>Phân loại học máy</vt:lpstr>
      <vt:lpstr>Phân loại máy học</vt:lpstr>
      <vt:lpstr>Phân loại máy học</vt:lpstr>
      <vt:lpstr>Phân loại máy học</vt:lpstr>
      <vt:lpstr>Phân loại máy học</vt:lpstr>
      <vt:lpstr>Phân loại máy học</vt:lpstr>
      <vt:lpstr>Phân loại máy học</vt:lpstr>
      <vt:lpstr>Phân loại máy học</vt:lpstr>
      <vt:lpstr>Các bước cơ bản trong máy học</vt:lpstr>
      <vt:lpstr>Các bước cơ bản trong máy học</vt:lpstr>
      <vt:lpstr>Các bước cơ bản trong máy học</vt:lpstr>
      <vt:lpstr>Các bước cơ bản trong máy học</vt:lpstr>
      <vt:lpstr>Các bước cơ bản trong máy học</vt:lpstr>
      <vt:lpstr>Các bước cơ bản trong máy học</vt:lpstr>
      <vt:lpstr>Các bước cơ bản trong máy học</vt:lpstr>
      <vt:lpstr>Các bước cơ bản trong máy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Học MÁY VÀ ỨNG DỤNG</dc:title>
  <dc:creator>Pham Cong Thang - Khoa CNTT</dc:creator>
  <cp:lastModifiedBy>Pham Cong Thang - Khoa CNTT</cp:lastModifiedBy>
  <cp:revision>1</cp:revision>
  <dcterms:created xsi:type="dcterms:W3CDTF">2021-09-06T05:45:31Z</dcterms:created>
  <dcterms:modified xsi:type="dcterms:W3CDTF">2021-09-06T05:45:31Z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0x0101008FF620DB267B0E4DBBDC43D9886A5137</vt:lpwstr>
  </property>
</Properties>
</file>